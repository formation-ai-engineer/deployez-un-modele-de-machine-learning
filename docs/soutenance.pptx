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PROJET 5  •  FORMATION AI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Déploiement d'un modèle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de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API de prédiction de l'attrition des employés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9E0B"/>
                </a:solidFill>
                <a:latin typeface="Calibri"/>
              </a:rPr>
              <a:t>Client : Futurisys  •  Cas : TechNova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Lamine Camara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Soutenance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Déroulé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Contexte &amp; enjeu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5176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Le modèle retenu &amp; performances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Solution : code, données,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40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API FastAPI &amp;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348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Qualité : tests, CI/CD, déploiement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2920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</a:rPr>
              <a:t>Sécurité &amp; perspectives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01  • 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Contexte &amp; enjeu métier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Le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303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Futurisys — société de conseil.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Cas traité : filiale fictive TechNova Partners.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Problématique RH : turnover élevé, coûteux à anticiper.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La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Opérationnaliser un modèle ML (issu du P4).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Exposer une API fiable, testée et déployée.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Tracer chaque prédiction en base de données.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920240"/>
            <a:ext cx="475488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057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Quelques chiffres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6060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1 470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697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employés dans le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4290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16,1 %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520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taux d'attrition observé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2519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features collectées via l'API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0749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166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features vues par le modèle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02  • 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Le modèle retenu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F52"/>
                </a:solidFill>
                <a:latin typeface="Calibri"/>
              </a:rPr>
              <a:t>CatBoostClassifier — gradient boosting sur arbres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Classification binaire : l'employé va-t-il quitter l'entreprise (Oui/Non) ?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Comparé en P4 à Dummy, LogReg, RandomForest, XGBoost.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Baseline retenu : le tuning augmentait le recall mais dégradait precision et F1.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`auto_class_weights="Balanced"` pour compenser la minorité (16 % de Oui).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Preprocessing partagé train/serving → pas de skew features.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Artefact `.cbm` régénéré à chaque build Docker (pas versionné).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Hyperparamètres  :  valeurs par défaut de CatBoost  •  auto_class_weights = "Balanced"  •  random_seed = 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02  • 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Performances sur jeu de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21031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F2F52"/>
                </a:solidFill>
                <a:latin typeface="Calibri"/>
              </a:rPr>
              <a:t>0.857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011680"/>
            <a:ext cx="21031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2402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F2F52"/>
                </a:solidFill>
                <a:latin typeface="Calibri"/>
              </a:rPr>
              <a:t>0.489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Recall (Oui)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2011680"/>
            <a:ext cx="21031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2402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F2F52"/>
                </a:solidFill>
                <a:latin typeface="Calibri"/>
              </a:rPr>
              <a:t>0.561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Precision (Oui)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011680"/>
            <a:ext cx="21031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2402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F2F52"/>
                </a:solidFill>
                <a:latin typeface="Calibri"/>
              </a:rPr>
              <a:t>0.523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F1 (Oui)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2011680"/>
            <a:ext cx="210312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2402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F2F52"/>
                </a:solidFill>
                <a:latin typeface="Calibri"/>
              </a:rPr>
              <a:t>0.524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PR 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490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F52"/>
                </a:solidFill>
                <a:latin typeface="Calibri"/>
              </a:rPr>
              <a:t>Matrice de confusion (test, 294 lignes)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160520"/>
            <a:ext cx="1645920" cy="5029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605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160520"/>
            <a:ext cx="1645920" cy="5029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41605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Prédit Non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4160520"/>
            <a:ext cx="1645920" cy="5029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1605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Prédit Oui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663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634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Vrai Non (247)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663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46634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229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663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46634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1663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1663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Vrai Oui (47)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51663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51663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51663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51663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749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F52"/>
                </a:solidFill>
                <a:latin typeface="Calibri"/>
              </a:rPr>
              <a:t>Lecture métier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16052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Le modèle capte ~49 % des départs réels (recall) avec 56 % de fiabilité (precision). F1 = 0,52, PR AUC = 0,52 — la PR AUC est pertinente face au déséquilibre 84/16 (la ROC AUC serait trompeusement élevée). Outil d'aide à la décision RH, pas d'automatisation.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03  •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Structure du dépôt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85800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6751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deployez-un-modele-de-machine-learning/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├── app/                        # Application FastAPI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main.py                 # entrée + lifespan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routers/prediction.py   # endpoints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schemas/                # Pydantic v2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services/prediction.py  # singleton CatBoost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preprocessing.py        # partagé train/serving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└── config.py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├── db/                         # SQLAlchemy 2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models.py               # Dataset, Prediction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database.py             # engine + SessionLocal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└── create_db.py            # CREATE TABLE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├── tests/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unit/                   # 4 fichiers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└── functional/             # 3 fichiers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├── scripts/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├── train_model.py          # entraînement CatBoost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│   └── seed_db.py              # CSV → table dataset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├── .github/workflows/ci-cd.yml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├── Dockerfile                  # image HF Spaces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├── docker-compose.yml          # dev local + Postgres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└── pyproject.toml              # deps + Ruff + pytest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F52"/>
                </a:solidFill>
                <a:latin typeface="Calibri"/>
              </a:rPr>
              <a:t>Conventions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3931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Branches : dev → main (PR + CI gate).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Conventional Commits.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SemVer + tags v* pour les releases.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Branche main protégée.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97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F52"/>
                </a:solidFill>
                <a:latin typeface="Calibri"/>
              </a:rPr>
              <a:t>Séparation des responsabilités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09160"/>
            <a:ext cx="3931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app/ = serving uniquement.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db/ = couche persistance.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scripts/ = jobs hors API (train, seed).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tests/ miroir de app/.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03  • 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Base PostgreSQL — modèle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2120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5212080" cy="5029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Référentiel RH (source) — 1470 lignes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id                 PK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id_employee        UK indexed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age, genre, revenu_mensuel…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satisfaction_*, note_*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a_quitte_l_entreprise  (cible P4)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2120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212080" cy="5029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Journal des appels à /predict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id                 PK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created_at         indexed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model_version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&lt;24 inputs bruts&gt;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Consolas"/>
              </a:rPr>
              <a:t>prediction, probability, risk_level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14800"/>
            <a:ext cx="5212080" cy="36576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Script de création  (db/create_db.py → Base.metadata.create_all)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480560"/>
            <a:ext cx="5212080" cy="1965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7200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CREATE TABLE predictions (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  id             SERIAL PRIMARY KEY,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  created_at     TIMESTAMPTZ DEFAULT now(),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  model_version  VARCHAR(20),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  age, genre, revenu_mensuel, …   -- 24 inputs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  prediction     VARCHAR(10),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  probability    DOUBLE PRECISION,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  risk_level     VARCHAR(20)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114800"/>
            <a:ext cx="5212080" cy="36576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14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Exemple d'entrée — SELECT * FROM predictions ORDER BY id DESC LIMIT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480560"/>
            <a:ext cx="5212080" cy="1965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57200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id             | 42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created_at     | 2026-04-24 10:12:03+00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model_version  | 1.0.0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age, genre, …  | 34, F, 4850, …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prediction     | Oui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probability    | 0.72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risk_level     | élevé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03  •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Architecture de la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017520" cy="16459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Client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curl / Swagger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scripts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286000"/>
            <a:ext cx="3017520" cy="16459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FastAPI + Pydantic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54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routes • services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modèle en mémoire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286000"/>
            <a:ext cx="3017520" cy="16459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dataset (1470 l.)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predictions (log)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40480" y="2971800"/>
            <a:ext cx="73152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589520" y="2971800"/>
            <a:ext cx="731520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CatBoost en singleton — chargé une fois au startup, réutilisé à chaque requête.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F52"/>
                </a:solidFill>
                <a:latin typeface="Calibri"/>
              </a:rPr>
              <a:t>Stack technique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FastAPI  •  Pydantic v2  •  Uvicorn  •  CatBoost  •  scikit-learn  •  pandas  •  SQLAlchemy 2  •  PostgreSQL 16  •  pytest  •  Ruff  •  Docker  •  GitHub Actions  •  Hugging Face Spaces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04  • 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API FastAPI —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8229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65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F52"/>
                </a:solidFill>
                <a:latin typeface="Consolas"/>
              </a:rPr>
              <a:t>/predict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842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Prédiction à partir d'un payload RH (24 champs).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14600"/>
            <a:ext cx="8229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60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F52"/>
                </a:solidFill>
                <a:latin typeface="Consolas"/>
              </a:rPr>
              <a:t>/predict/employee/{id}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7860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Prédiction sur un employé déjà en base (lookup + inférence).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08960"/>
            <a:ext cx="822960" cy="41148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154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F52"/>
                </a:solidFill>
                <a:latin typeface="Consolas"/>
              </a:rPr>
              <a:t>/predictions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7296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Historique paginé (skip / limit).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703320"/>
            <a:ext cx="822960" cy="41148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749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F52"/>
                </a:solidFill>
                <a:latin typeface="Consolas"/>
              </a:rPr>
              <a:t>/predictions/{id}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7673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Détail d'une prédiction passée.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97680"/>
            <a:ext cx="822960" cy="41148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343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F52"/>
                </a:solidFill>
                <a:latin typeface="Consolas"/>
              </a:rPr>
              <a:t>/model/info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3616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Métadonnées du modèle (version, features, algo).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892040"/>
            <a:ext cx="822960" cy="41148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920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937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2F52"/>
                </a:solidFill>
                <a:latin typeface="Consolas"/>
              </a:rPr>
              <a:t>/health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95604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Health-check.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6072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Validation Pydantic stricte (bornes, énums, types) → 422 automatique et Swagger UI auto-généré sur /docs.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04  • 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Documentation Swagger / OpenAPI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7315200" cy="4407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920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F52"/>
                </a:solidFill>
                <a:latin typeface="Calibri"/>
              </a:rPr>
              <a:t>Générée automatiquement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31720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/docs — Swagger UI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/redoc — ReDoc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/openapi.json — schéma OAS 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023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2F52"/>
                </a:solidFill>
                <a:latin typeface="Calibri"/>
              </a:rPr>
              <a:t>Construite à partir de…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3484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schémas Pydantic (types, bornes, énums)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signatures de routes FastAPI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▸  </a:t>
            </a:r>
            <a:r>
              <a:rPr sz="1200">
                <a:solidFill>
                  <a:srgbClr val="1F2937"/>
                </a:solidFill>
                <a:latin typeface="Calibri"/>
              </a:rPr>
              <a:t>docstrings &amp; response_model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05  • 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Tests &amp; qualité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23774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F2F52"/>
                </a:solidFill>
                <a:latin typeface="Calibri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20240"/>
            <a:ext cx="23774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57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F2F52"/>
                </a:solidFill>
                <a:latin typeface="Calibri"/>
              </a:rPr>
              <a:t>88 %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couverture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20240"/>
            <a:ext cx="23774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057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F2F52"/>
                </a:solidFill>
                <a:latin typeface="Calibri"/>
              </a:rPr>
              <a:t>&lt; 2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97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exécution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920240"/>
            <a:ext cx="2377440" cy="1188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0574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F2F52"/>
                </a:solidFill>
                <a:latin typeface="Calibri"/>
              </a:rP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97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DB de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Périmètre couvert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Schemas Pydantic : bornes, énums, champs requis.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Preprocessing : encodage, features dérivées, ordre.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Service : singleton, shape, seuil, persistance.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ORM : insert/read, contrainte unique id_employee.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Rapport de couverture par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20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app/main.py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4005072"/>
            <a:ext cx="1828800" cy="1645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4005072"/>
            <a:ext cx="1828800" cy="164592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3931920"/>
            <a:ext cx="640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33672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app/routers/prediction.py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306824"/>
            <a:ext cx="1828800" cy="1645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4306824"/>
            <a:ext cx="1828800" cy="164592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4233672"/>
            <a:ext cx="640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535424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app/schemas/prediction.py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4608576"/>
            <a:ext cx="1828800" cy="1645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4608576"/>
            <a:ext cx="1828800" cy="164592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4535424"/>
            <a:ext cx="640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37176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app/schemas/prediction_record.py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4910328"/>
            <a:ext cx="1828800" cy="1645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4910328"/>
            <a:ext cx="1828800" cy="164592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0" y="4837176"/>
            <a:ext cx="640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138928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app/services/prediction.py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5212080"/>
            <a:ext cx="1828800" cy="1645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5212080"/>
            <a:ext cx="1591056" cy="164592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4240" y="5138928"/>
            <a:ext cx="640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87%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440680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app/preprocessing.py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5513832"/>
            <a:ext cx="1828800" cy="1645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5513832"/>
            <a:ext cx="1060704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64240" y="5440680"/>
            <a:ext cx="6400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58%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9436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Total : 88 % (266/301 lignes) — rapport HTML généré par pytest-cov dans htmlcov/.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05  • 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Pipeline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2468880" cy="11887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Ruff check +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6888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103120"/>
            <a:ext cx="2468880" cy="11887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2402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43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pytest +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46888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103120"/>
            <a:ext cx="2468880" cy="11887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2402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43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train_model.py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2103120"/>
            <a:ext cx="2468880" cy="118872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2402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743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push vers HF 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4903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Déclencheurs par environnement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206240"/>
            <a:ext cx="1188720" cy="45720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0624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251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push sur 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251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→  Lint + Test (feedback rapide)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754880"/>
            <a:ext cx="1188720" cy="45720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548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800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PR vers 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800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→  Lint + Test (gate bloquante)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03520"/>
            <a:ext cx="11887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035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push main / tag v*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349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→  Lint + Test + Deploy HF Spaces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05  • 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Déploiement &amp; sécurité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Hugging Face Spaces (Docker)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Image construite à partir du Dockerfile du repo.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Training relancé au build → artefact frais.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Port 7860 exposé (convention HF).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Rollback : push forcé d'un tag antérieur.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Variables sensibles dans les secrets GitHub.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Sécurité — état actuel &amp; pistes prod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✓ Validation Pydantic stricte en entrée.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✓ Secrets hors code (.env + GitHub secrets).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✓ Protection de branche main.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⚠ Pas d'authentification API (POC).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→ À ajouter : API key, rate-limit, audit RGPD.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06  • 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F52"/>
                </a:solidFill>
                <a:latin typeface="Calibri"/>
              </a:rPr>
              <a:t>Retours d'expérience &amp; prochaines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Ce qui fonctionne bien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Preprocessing partagé entraînement / inférence.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Traçabilité complète via la table predictions.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Pipeline CI/CD unifié : lint → test → deploy.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Conventions solides : Conventional Commits, SemVer, PR gating.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2F52"/>
                </a:solidFill>
                <a:latin typeface="Calibri"/>
              </a:rPr>
              <a:t>Améliorations envisagées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Authentification &amp; rate-limiting sur l'API.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Monitoring de dérive (distribution des probas).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Explicabilité SHAP exposée côté API.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Tracking d'expérimentation (MLflow).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▸  </a:t>
            </a:r>
            <a:r>
              <a:rPr sz="1400">
                <a:solidFill>
                  <a:srgbClr val="1F2937"/>
                </a:solidFill>
                <a:latin typeface="Calibri"/>
              </a:rPr>
              <a:t>Endpoint batch (si volume le justifie).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Projet 5 — Déploiement ML  •  Lamine Camara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Calibri"/>
              </a:rPr>
              <a:t>Merci.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59E0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Lamine Camara  •  Projet 5 — Formation AI Engineer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